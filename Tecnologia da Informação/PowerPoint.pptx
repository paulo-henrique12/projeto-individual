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9" r:id="rId2"/>
    <p:sldMasterId id="2147483673" r:id="rId3"/>
  </p:sldMasterIdLst>
  <p:sldIdLst>
    <p:sldId id="256" r:id="rId4"/>
    <p:sldId id="259" r:id="rId5"/>
    <p:sldId id="260" r:id="rId6"/>
    <p:sldId id="258" r:id="rId7"/>
    <p:sldId id="257" r:id="rId8"/>
    <p:sldId id="268" r:id="rId9"/>
    <p:sldId id="261" r:id="rId10"/>
    <p:sldId id="263" r:id="rId11"/>
    <p:sldId id="269" r:id="rId12"/>
  </p:sldIdLst>
  <p:sldSz cx="9144000" cy="5143500" type="screen16x9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74084E-79B0-41C6-892A-D9B39DCF516D}" v="2" dt="2025-11-26T05:15:06.2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684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O HENRIQUE BAMBINO ." userId="6b6eeaca-9a58-4a87-aec3-4e5e12571fda" providerId="ADAL" clId="{B4F6F473-2308-4EAF-9095-439D68DD3F33}"/>
    <pc:docChg chg="custSel modSld">
      <pc:chgData name="PAULO HENRIQUE BAMBINO ." userId="6b6eeaca-9a58-4a87-aec3-4e5e12571fda" providerId="ADAL" clId="{B4F6F473-2308-4EAF-9095-439D68DD3F33}" dt="2025-11-26T05:15:50.129" v="60" actId="14100"/>
      <pc:docMkLst>
        <pc:docMk/>
      </pc:docMkLst>
      <pc:sldChg chg="addSp delSp modSp mod">
        <pc:chgData name="PAULO HENRIQUE BAMBINO ." userId="6b6eeaca-9a58-4a87-aec3-4e5e12571fda" providerId="ADAL" clId="{B4F6F473-2308-4EAF-9095-439D68DD3F33}" dt="2025-11-26T05:15:50.129" v="60" actId="14100"/>
        <pc:sldMkLst>
          <pc:docMk/>
          <pc:sldMk cId="0" sldId="257"/>
        </pc:sldMkLst>
        <pc:spChg chg="mod">
          <ac:chgData name="PAULO HENRIQUE BAMBINO ." userId="6b6eeaca-9a58-4a87-aec3-4e5e12571fda" providerId="ADAL" clId="{B4F6F473-2308-4EAF-9095-439D68DD3F33}" dt="2025-11-26T05:13:02.177" v="36" actId="20577"/>
          <ac:spMkLst>
            <pc:docMk/>
            <pc:sldMk cId="0" sldId="257"/>
            <ac:spMk id="13" creationId="{EA94C758-5FAF-69E4-2C7A-B0D656ADFC30}"/>
          </ac:spMkLst>
        </pc:spChg>
        <pc:spChg chg="add mod">
          <ac:chgData name="PAULO HENRIQUE BAMBINO ." userId="6b6eeaca-9a58-4a87-aec3-4e5e12571fda" providerId="ADAL" clId="{B4F6F473-2308-4EAF-9095-439D68DD3F33}" dt="2025-11-26T05:15:50.129" v="60" actId="14100"/>
          <ac:spMkLst>
            <pc:docMk/>
            <pc:sldMk cId="0" sldId="257"/>
            <ac:spMk id="18" creationId="{8DDA55E2-FECE-C1F3-8685-401E5D01CA6C}"/>
          </ac:spMkLst>
        </pc:spChg>
        <pc:picChg chg="del mod">
          <ac:chgData name="PAULO HENRIQUE BAMBINO ." userId="6b6eeaca-9a58-4a87-aec3-4e5e12571fda" providerId="ADAL" clId="{B4F6F473-2308-4EAF-9095-439D68DD3F33}" dt="2025-11-26T05:14:29.707" v="38" actId="21"/>
          <ac:picMkLst>
            <pc:docMk/>
            <pc:sldMk cId="0" sldId="257"/>
            <ac:picMk id="11" creationId="{5BBC4C62-B0E8-15A5-7866-123AE199D476}"/>
          </ac:picMkLst>
        </pc:picChg>
        <pc:picChg chg="add mod ord">
          <ac:chgData name="PAULO HENRIQUE BAMBINO ." userId="6b6eeaca-9a58-4a87-aec3-4e5e12571fda" providerId="ADAL" clId="{B4F6F473-2308-4EAF-9095-439D68DD3F33}" dt="2025-11-26T05:14:49.046" v="43" actId="166"/>
          <ac:picMkLst>
            <pc:docMk/>
            <pc:sldMk cId="0" sldId="257"/>
            <ac:picMk id="17" creationId="{D78BEC2A-E02D-B6AC-FC21-27D6CCCC725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title"/>
          </p:nvPr>
        </p:nvSpPr>
        <p:spPr>
          <a:xfrm>
            <a:off x="228600" y="2144520"/>
            <a:ext cx="3879360" cy="277020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8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284120" y="1953000"/>
            <a:ext cx="6575760" cy="799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accent1"/>
                </a:solidFill>
                <a:effectLst/>
                <a:uFillTx/>
                <a:latin typeface="Oswald"/>
                <a:ea typeface="Oswald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2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800" cy="57240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" name="PlaceHolder 3"/>
          <p:cNvSpPr>
            <a:spLocks noGrp="1"/>
          </p:cNvSpPr>
          <p:nvPr>
            <p:ph type="title"/>
          </p:nvPr>
        </p:nvSpPr>
        <p:spPr>
          <a:xfrm>
            <a:off x="5839200" y="1250280"/>
            <a:ext cx="865440" cy="52272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xx%</a:t>
            </a:r>
            <a:endParaRPr lang="fr-FR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title"/>
          </p:nvPr>
        </p:nvSpPr>
        <p:spPr>
          <a:xfrm>
            <a:off x="2439360" y="1250280"/>
            <a:ext cx="864000" cy="52272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xx%</a:t>
            </a:r>
            <a:endParaRPr lang="fr-FR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title"/>
          </p:nvPr>
        </p:nvSpPr>
        <p:spPr>
          <a:xfrm>
            <a:off x="5839200" y="2930760"/>
            <a:ext cx="865440" cy="52272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xx%</a:t>
            </a:r>
            <a:endParaRPr lang="fr-FR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6"/>
          <p:cNvSpPr>
            <a:spLocks noGrp="1"/>
          </p:cNvSpPr>
          <p:nvPr>
            <p:ph type="title"/>
          </p:nvPr>
        </p:nvSpPr>
        <p:spPr>
          <a:xfrm>
            <a:off x="2439360" y="2930760"/>
            <a:ext cx="864000" cy="52272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xx%</a:t>
            </a:r>
            <a:endParaRPr lang="fr-FR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228600" y="886320"/>
            <a:ext cx="5562360" cy="1031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5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3998160" cy="227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228600" y="2653920"/>
            <a:ext cx="3998160" cy="2113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5145480" y="0"/>
            <a:ext cx="399816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230040" y="2396520"/>
            <a:ext cx="472320" cy="52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xx%</a:t>
            </a:r>
            <a:endParaRPr lang="fr-FR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title"/>
          </p:nvPr>
        </p:nvSpPr>
        <p:spPr>
          <a:xfrm>
            <a:off x="230040" y="1222920"/>
            <a:ext cx="472320" cy="52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xx%</a:t>
            </a:r>
            <a:endParaRPr lang="fr-FR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title"/>
          </p:nvPr>
        </p:nvSpPr>
        <p:spPr>
          <a:xfrm>
            <a:off x="228600" y="3570120"/>
            <a:ext cx="475200" cy="52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xx%</a:t>
            </a:r>
            <a:endParaRPr lang="fr-FR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8" name="PlaceHolder 5"/>
          <p:cNvSpPr>
            <a:spLocks noGrp="1"/>
          </p:cNvSpPr>
          <p:nvPr>
            <p:ph type="body"/>
          </p:nvPr>
        </p:nvSpPr>
        <p:spPr>
          <a:xfrm>
            <a:off x="6031080" y="0"/>
            <a:ext cx="31129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7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1" name="PlaceHolder 2"/>
          <p:cNvSpPr>
            <a:spLocks noGrp="1"/>
          </p:cNvSpPr>
          <p:nvPr>
            <p:ph type="title"/>
          </p:nvPr>
        </p:nvSpPr>
        <p:spPr>
          <a:xfrm>
            <a:off x="556920" y="1909440"/>
            <a:ext cx="3405240" cy="103104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55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xx%</a:t>
            </a:r>
            <a:endParaRPr lang="fr-FR" sz="5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title"/>
          </p:nvPr>
        </p:nvSpPr>
        <p:spPr>
          <a:xfrm>
            <a:off x="5181480" y="1909440"/>
            <a:ext cx="3405240" cy="103104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5500" b="0" u="none" strike="noStrike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xx%</a:t>
            </a:r>
            <a:endParaRPr lang="fr-FR" sz="5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228600" y="3467880"/>
            <a:ext cx="5089680" cy="1446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8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4" name="Google Shape;100;p19"/>
          <p:cNvSpPr/>
          <p:nvPr/>
        </p:nvSpPr>
        <p:spPr>
          <a:xfrm>
            <a:off x="5995080" y="228600"/>
            <a:ext cx="2920320" cy="64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  <a:hlinkClick r:id="rId2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  <a:hlinkClick r:id="rId3"/>
              </a:rPr>
              <a:t>Freepik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102;p20"/>
          <p:cNvPicPr/>
          <p:nvPr/>
        </p:nvPicPr>
        <p:blipFill>
          <a:blip r:embed="rId2"/>
          <a:srcRect t="7797" b="7805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7" name="PlaceHolder 2"/>
          <p:cNvSpPr>
            <a:spLocks noGrp="1"/>
          </p:cNvSpPr>
          <p:nvPr>
            <p:ph type="title"/>
          </p:nvPr>
        </p:nvSpPr>
        <p:spPr>
          <a:xfrm>
            <a:off x="228600" y="3806640"/>
            <a:ext cx="6904440" cy="110772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8" name="PlaceHolder 3"/>
          <p:cNvSpPr>
            <a:spLocks noGrp="1"/>
          </p:cNvSpPr>
          <p:nvPr>
            <p:ph type="title"/>
          </p:nvPr>
        </p:nvSpPr>
        <p:spPr>
          <a:xfrm>
            <a:off x="229320" y="2698560"/>
            <a:ext cx="885240" cy="110772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accent2"/>
                </a:solidFill>
                <a:effectLst/>
                <a:uFillTx/>
                <a:latin typeface="Oswald"/>
                <a:ea typeface="Oswald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104;p21"/>
          <p:cNvPicPr/>
          <p:nvPr/>
        </p:nvPicPr>
        <p:blipFill>
          <a:blip r:embed="rId2"/>
          <a:srcRect t="7797" b="7805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720000" y="115236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0" y="939240"/>
            <a:ext cx="9143640" cy="2503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3998160" cy="1445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1609560" y="2066040"/>
            <a:ext cx="3823920" cy="253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5715720" y="0"/>
            <a:ext cx="34279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1388160" y="1307160"/>
            <a:ext cx="636732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title"/>
          </p:nvPr>
        </p:nvSpPr>
        <p:spPr>
          <a:xfrm>
            <a:off x="1990800" y="4391640"/>
            <a:ext cx="5162400" cy="522720"/>
          </a:xfrm>
          <a:prstGeom prst="rect">
            <a:avLst/>
          </a:prstGeom>
          <a:solidFill>
            <a:schemeClr val="lt1"/>
          </a:solidFill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110;p24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113;p25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6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121;p28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124;p29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1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Imagem digital fictícia de personagem de filme&#10;&#10;O conteúdo gerado por IA pode estar incorreto.">
            <a:extLst>
              <a:ext uri="{FF2B5EF4-FFF2-40B4-BE49-F238E27FC236}">
                <a16:creationId xmlns:a16="http://schemas.microsoft.com/office/drawing/2014/main" id="{818C0835-C506-51D5-821C-833B79FDFC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0" y="774236"/>
            <a:ext cx="3876480" cy="2976806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400" b="0" u="none" strike="noStrike" dirty="0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Gigantes de </a:t>
            </a:r>
            <a:r>
              <a:rPr lang="en-US" sz="8400" b="0" u="none" strike="noStrike" dirty="0" err="1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Aço</a:t>
            </a:r>
            <a:endParaRPr lang="fr-FR" sz="84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ubTitle"/>
          </p:nvPr>
        </p:nvSpPr>
        <p:spPr>
          <a:xfrm>
            <a:off x="5993658" y="3564158"/>
            <a:ext cx="2729852" cy="674119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 dirty="0">
                <a:solidFill>
                  <a:srgbClr val="FFFF00"/>
                </a:solidFill>
                <a:effectLst/>
                <a:uFillTx/>
                <a:latin typeface="Roboto"/>
                <a:ea typeface="Roboto"/>
              </a:rPr>
              <a:t>A </a:t>
            </a:r>
            <a:r>
              <a:rPr lang="en-US" sz="1800" b="0" u="none" strike="noStrike" dirty="0" err="1">
                <a:solidFill>
                  <a:srgbClr val="FFFF00"/>
                </a:solidFill>
                <a:effectLst/>
                <a:uFillTx/>
                <a:latin typeface="Roboto"/>
                <a:ea typeface="Roboto"/>
              </a:rPr>
              <a:t>história</a:t>
            </a:r>
            <a:r>
              <a:rPr lang="en-US" sz="1800" b="0" u="none" strike="noStrike" dirty="0">
                <a:solidFill>
                  <a:srgbClr val="FFFF00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800" b="0" u="none" strike="noStrike" dirty="0" err="1">
                <a:solidFill>
                  <a:srgbClr val="FFFF00"/>
                </a:solidFill>
                <a:effectLst/>
                <a:uFillTx/>
                <a:latin typeface="Roboto"/>
                <a:ea typeface="Roboto"/>
              </a:rPr>
              <a:t>que</a:t>
            </a:r>
            <a:r>
              <a:rPr lang="en-US" sz="1800" b="0" u="none" strike="noStrike" dirty="0">
                <a:solidFill>
                  <a:srgbClr val="FFFF00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800" b="0" u="none" strike="noStrike" dirty="0" err="1">
                <a:solidFill>
                  <a:srgbClr val="FFFF00"/>
                </a:solidFill>
                <a:effectLst/>
                <a:uFillTx/>
                <a:latin typeface="Roboto"/>
                <a:ea typeface="Roboto"/>
              </a:rPr>
              <a:t>inspira</a:t>
            </a:r>
            <a:r>
              <a:rPr lang="en-US" sz="1800" b="0" u="none" strike="noStrike" dirty="0">
                <a:solidFill>
                  <a:srgbClr val="FFFF00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en-US" sz="1800" b="0" u="none" strike="noStrike" dirty="0" err="1">
                <a:solidFill>
                  <a:srgbClr val="FFFF00"/>
                </a:solidFill>
                <a:effectLst/>
                <a:uFillTx/>
                <a:latin typeface="Roboto"/>
                <a:ea typeface="Roboto"/>
              </a:rPr>
              <a:t>luta</a:t>
            </a:r>
            <a:r>
              <a:rPr lang="en-US" sz="1800" b="0" u="none" strike="noStrike" dirty="0">
                <a:solidFill>
                  <a:srgbClr val="FFFF00"/>
                </a:solidFill>
                <a:effectLst/>
                <a:uFillTx/>
                <a:latin typeface="Roboto"/>
                <a:ea typeface="Roboto"/>
              </a:rPr>
              <a:t> e </a:t>
            </a:r>
            <a:r>
              <a:rPr lang="en-US" sz="1800" b="0" u="none" strike="noStrike" dirty="0" err="1">
                <a:solidFill>
                  <a:srgbClr val="FFFF00"/>
                </a:solidFill>
                <a:effectLst/>
                <a:uFillTx/>
                <a:latin typeface="Roboto"/>
                <a:ea typeface="Roboto"/>
              </a:rPr>
              <a:t>superação</a:t>
            </a:r>
            <a:endParaRPr lang="en-US" sz="1800" b="0" u="none" strike="noStrike" dirty="0">
              <a:solidFill>
                <a:srgbClr val="FFFF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228600" y="885960"/>
            <a:ext cx="5562360" cy="1028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500" b="0" u="none" strike="noStrike" dirty="0" err="1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Contexto</a:t>
            </a:r>
            <a:r>
              <a:rPr lang="en-US" sz="5500" b="0" u="none" strike="noStrike" dirty="0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 do </a:t>
            </a:r>
            <a:r>
              <a:rPr lang="en-US" sz="5500" b="0" u="none" strike="noStrike" dirty="0" err="1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filme</a:t>
            </a:r>
            <a:endParaRPr lang="fr-FR" sz="55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subTitle"/>
          </p:nvPr>
        </p:nvSpPr>
        <p:spPr>
          <a:xfrm>
            <a:off x="3352680" y="1914480"/>
            <a:ext cx="5562360" cy="2342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25000" lnSpcReduction="20000"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pt-BR" dirty="0"/>
              <a:t> </a:t>
            </a:r>
            <a:r>
              <a:rPr lang="pt-BR" sz="6400" dirty="0"/>
              <a:t>Charlie </a:t>
            </a:r>
            <a:r>
              <a:rPr lang="pt-BR" sz="6400" dirty="0" err="1"/>
              <a:t>Kenton</a:t>
            </a:r>
            <a:r>
              <a:rPr lang="pt-BR" sz="6400" dirty="0"/>
              <a:t> é um lutador de boxe que teve a sua carreira destruída quando robôs de aço com mais de 900 quilos e uma altura superior a dois metros começaram a entrar nos ringues para competir. Desde então passou a viver como promotor e juntando sucatas de luta em luta. Quando chega ao limite do poço, Charlie relutantemente se une ao seu filho afastado, Max, para construir e treinar um competidor ao nível dos novos adversários.</a:t>
            </a:r>
            <a:endParaRPr lang="en-US" sz="6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069582" y="320374"/>
            <a:ext cx="2194225" cy="70081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3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Sobre mim</a:t>
            </a: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228599" y="1962289"/>
            <a:ext cx="4436843" cy="296762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pt-BR" sz="1600" dirty="0"/>
              <a:t>Eu sou o Paulo Henrique Bambino, tenho 19 anos de idade e sou residente de São Paulo. atualmente cursando o primeiro semestre de Análise e Desenvolvimento de Sistemas na São Paulo TECH SCHOOL.</a:t>
            </a:r>
            <a:endParaRPr lang="fr-FR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Imagem 2" descr="Menino com chapéu na cabeça&#10;&#10;O conteúdo gerado por IA pode estar incorreto.">
            <a:extLst>
              <a:ext uri="{FF2B5EF4-FFF2-40B4-BE49-F238E27FC236}">
                <a16:creationId xmlns:a16="http://schemas.microsoft.com/office/drawing/2014/main" id="{3FF1CFEF-768B-0AF8-82B2-E470C25EE6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4781" y="957227"/>
            <a:ext cx="2527653" cy="34311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ntendo pessoa, no interior, homem, frente&#10;&#10;O conteúdo gerado por IA pode estar incorreto.">
            <a:extLst>
              <a:ext uri="{FF2B5EF4-FFF2-40B4-BE49-F238E27FC236}">
                <a16:creationId xmlns:a16="http://schemas.microsoft.com/office/drawing/2014/main" id="{6A44101D-A4F7-9F8B-B607-314083ECB88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96" y="20023"/>
            <a:ext cx="9142571" cy="5143500"/>
          </a:xfrm>
          <a:prstGeom prst="rect">
            <a:avLst/>
          </a:prstGeom>
        </p:spPr>
      </p:pic>
      <p:sp>
        <p:nvSpPr>
          <p:cNvPr id="59" name="PlaceHolder 1"/>
          <p:cNvSpPr>
            <a:spLocks noGrp="1"/>
          </p:cNvSpPr>
          <p:nvPr>
            <p:ph type="subTitle"/>
          </p:nvPr>
        </p:nvSpPr>
        <p:spPr>
          <a:xfrm>
            <a:off x="3604203" y="1194770"/>
            <a:ext cx="3690973" cy="3803092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wrap="square" lIns="91440" tIns="91440" rIns="91440" bIns="91440" anchor="b">
            <a:spAutoFit/>
          </a:bodyPr>
          <a:lstStyle/>
          <a:p>
            <a:pPr algn="ctr"/>
            <a:r>
              <a:rPr lang="pt-BR" sz="1400" dirty="0"/>
              <a:t>Desde a primeira vez que assisti </a:t>
            </a:r>
            <a:r>
              <a:rPr lang="pt-BR" sz="1400" b="1" dirty="0"/>
              <a:t>Gigantes de Aço</a:t>
            </a:r>
            <a:r>
              <a:rPr lang="pt-BR" sz="1400" dirty="0"/>
              <a:t>, alguma coisa naquele filme ficou comigo. Não foi apenas a ação ou as lutas impressionantes entre robôs, foi a maneira como a história mistura tecnologia, emoção e superação de um jeito que prende a gente do começo ao fim. Os robôs gigantes chamam atenção, claro, mas o que realmente me encanta é a relação entre pai e filho, a evolução deles e como o esporte se torna uma ponte para reconstruir algo que parecia perdido.</a:t>
            </a:r>
            <a:endParaRPr lang="en-US" sz="1400" dirty="0">
              <a:solidFill>
                <a:schemeClr val="dk1"/>
              </a:solidFill>
              <a:latin typeface="Roboto"/>
              <a:ea typeface="Roboto"/>
            </a:endParaRPr>
          </a:p>
          <a:p>
            <a:pPr algn="ctr"/>
            <a:r>
              <a:rPr lang="en-US" sz="1400" dirty="0">
                <a:solidFill>
                  <a:schemeClr val="dk1"/>
                </a:solidFill>
                <a:latin typeface="Roboto"/>
                <a:ea typeface="Roboto"/>
              </a:rPr>
              <a:t>O </a:t>
            </a:r>
            <a:r>
              <a:rPr lang="en-US" sz="1400" dirty="0" err="1">
                <a:solidFill>
                  <a:schemeClr val="dk1"/>
                </a:solidFill>
                <a:latin typeface="Roboto"/>
                <a:ea typeface="Roboto"/>
              </a:rPr>
              <a:t>primeiro</a:t>
            </a:r>
            <a:r>
              <a:rPr lang="en-US" sz="1400" dirty="0">
                <a:solidFill>
                  <a:schemeClr val="dk1"/>
                </a:solidFill>
                <a:latin typeface="Roboto"/>
                <a:ea typeface="Roboto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Roboto"/>
                <a:ea typeface="Roboto"/>
              </a:rPr>
              <a:t>contato</a:t>
            </a:r>
            <a:r>
              <a:rPr lang="en-US" sz="1400" dirty="0">
                <a:solidFill>
                  <a:schemeClr val="dk1"/>
                </a:solidFill>
                <a:latin typeface="Roboto"/>
                <a:ea typeface="Roboto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Roboto"/>
                <a:ea typeface="Roboto"/>
              </a:rPr>
              <a:t>que</a:t>
            </a:r>
            <a:r>
              <a:rPr lang="en-US" sz="1400" dirty="0">
                <a:solidFill>
                  <a:schemeClr val="dk1"/>
                </a:solidFill>
                <a:latin typeface="Roboto"/>
                <a:ea typeface="Roboto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Roboto"/>
                <a:ea typeface="Roboto"/>
              </a:rPr>
              <a:t>eu</a:t>
            </a:r>
            <a:r>
              <a:rPr lang="en-US" sz="1400" dirty="0">
                <a:solidFill>
                  <a:schemeClr val="dk1"/>
                </a:solidFill>
                <a:latin typeface="Roboto"/>
                <a:ea typeface="Roboto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Roboto"/>
                <a:ea typeface="Roboto"/>
              </a:rPr>
              <a:t>tive</a:t>
            </a:r>
            <a:r>
              <a:rPr lang="en-US" sz="1400" dirty="0">
                <a:solidFill>
                  <a:schemeClr val="dk1"/>
                </a:solidFill>
                <a:latin typeface="Roboto"/>
                <a:ea typeface="Roboto"/>
              </a:rPr>
              <a:t> com o </a:t>
            </a:r>
            <a:r>
              <a:rPr lang="en-US" sz="1400" dirty="0" err="1">
                <a:solidFill>
                  <a:schemeClr val="dk1"/>
                </a:solidFill>
                <a:latin typeface="Roboto"/>
                <a:ea typeface="Roboto"/>
              </a:rPr>
              <a:t>filme</a:t>
            </a:r>
            <a:r>
              <a:rPr lang="en-US" sz="1400" dirty="0">
                <a:solidFill>
                  <a:schemeClr val="dk1"/>
                </a:solidFill>
                <a:latin typeface="Roboto"/>
                <a:ea typeface="Roboto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Roboto"/>
                <a:ea typeface="Roboto"/>
              </a:rPr>
              <a:t>foi</a:t>
            </a:r>
            <a:r>
              <a:rPr lang="en-US" sz="1400" dirty="0">
                <a:solidFill>
                  <a:schemeClr val="dk1"/>
                </a:solidFill>
                <a:latin typeface="Roboto"/>
                <a:ea typeface="Roboto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Roboto"/>
                <a:ea typeface="Roboto"/>
              </a:rPr>
              <a:t>através</a:t>
            </a:r>
            <a:r>
              <a:rPr lang="en-US" sz="1400" dirty="0">
                <a:solidFill>
                  <a:schemeClr val="dk1"/>
                </a:solidFill>
                <a:latin typeface="Roboto"/>
                <a:ea typeface="Roboto"/>
              </a:rPr>
              <a:t> de um amigo </a:t>
            </a:r>
            <a:r>
              <a:rPr lang="en-US" sz="1400" dirty="0" err="1">
                <a:solidFill>
                  <a:schemeClr val="dk1"/>
                </a:solidFill>
                <a:latin typeface="Roboto"/>
                <a:ea typeface="Roboto"/>
              </a:rPr>
              <a:t>quando</a:t>
            </a:r>
            <a:r>
              <a:rPr lang="en-US" sz="1400" dirty="0">
                <a:solidFill>
                  <a:schemeClr val="dk1"/>
                </a:solidFill>
                <a:latin typeface="Roboto"/>
                <a:ea typeface="Roboto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Roboto"/>
                <a:ea typeface="Roboto"/>
              </a:rPr>
              <a:t>eu</a:t>
            </a:r>
            <a:r>
              <a:rPr lang="en-US" sz="1400" dirty="0">
                <a:solidFill>
                  <a:schemeClr val="dk1"/>
                </a:solidFill>
                <a:latin typeface="Roboto"/>
                <a:ea typeface="Roboto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Roboto"/>
                <a:ea typeface="Roboto"/>
              </a:rPr>
              <a:t>pedi</a:t>
            </a:r>
            <a:r>
              <a:rPr lang="en-US" sz="1400" dirty="0">
                <a:solidFill>
                  <a:schemeClr val="dk1"/>
                </a:solidFill>
                <a:latin typeface="Roboto"/>
                <a:ea typeface="Roboto"/>
              </a:rPr>
              <a:t> o DVD </a:t>
            </a:r>
            <a:r>
              <a:rPr lang="en-US" sz="1400" dirty="0" err="1">
                <a:solidFill>
                  <a:schemeClr val="dk1"/>
                </a:solidFill>
                <a:latin typeface="Roboto"/>
                <a:ea typeface="Roboto"/>
              </a:rPr>
              <a:t>que</a:t>
            </a:r>
            <a:r>
              <a:rPr lang="en-US" sz="1400" dirty="0">
                <a:solidFill>
                  <a:schemeClr val="dk1"/>
                </a:solidFill>
                <a:latin typeface="Roboto"/>
                <a:ea typeface="Roboto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Roboto"/>
                <a:ea typeface="Roboto"/>
              </a:rPr>
              <a:t>ele</a:t>
            </a:r>
            <a:r>
              <a:rPr lang="en-US" sz="1400" dirty="0">
                <a:solidFill>
                  <a:schemeClr val="dk1"/>
                </a:solidFill>
                <a:latin typeface="Roboto"/>
                <a:ea typeface="Roboto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Roboto"/>
                <a:ea typeface="Roboto"/>
              </a:rPr>
              <a:t>tinha</a:t>
            </a:r>
            <a:r>
              <a:rPr lang="en-US" sz="1400" dirty="0">
                <a:solidFill>
                  <a:schemeClr val="dk1"/>
                </a:solidFill>
                <a:latin typeface="Roboto"/>
                <a:ea typeface="Roboto"/>
              </a:rPr>
              <a:t> de </a:t>
            </a:r>
            <a:r>
              <a:rPr lang="en-US" sz="1400" dirty="0" err="1">
                <a:solidFill>
                  <a:schemeClr val="dk1"/>
                </a:solidFill>
                <a:latin typeface="Roboto"/>
                <a:ea typeface="Roboto"/>
              </a:rPr>
              <a:t>gigantes</a:t>
            </a:r>
            <a:r>
              <a:rPr lang="en-US" sz="1400" dirty="0">
                <a:solidFill>
                  <a:schemeClr val="dk1"/>
                </a:solidFill>
                <a:latin typeface="Roboto"/>
                <a:ea typeface="Roboto"/>
              </a:rPr>
              <a:t> de </a:t>
            </a:r>
            <a:r>
              <a:rPr lang="en-US" sz="1400" dirty="0" err="1">
                <a:solidFill>
                  <a:schemeClr val="dk1"/>
                </a:solidFill>
                <a:latin typeface="Roboto"/>
                <a:ea typeface="Roboto"/>
              </a:rPr>
              <a:t>aço</a:t>
            </a:r>
            <a:r>
              <a:rPr lang="en-US" sz="1400" dirty="0">
                <a:solidFill>
                  <a:schemeClr val="dk1"/>
                </a:solidFill>
                <a:latin typeface="Roboto"/>
                <a:ea typeface="Roboto"/>
              </a:rPr>
              <a:t> e </a:t>
            </a:r>
            <a:r>
              <a:rPr lang="en-US" sz="1400" dirty="0" err="1">
                <a:solidFill>
                  <a:schemeClr val="dk1"/>
                </a:solidFill>
                <a:latin typeface="Roboto"/>
                <a:ea typeface="Roboto"/>
              </a:rPr>
              <a:t>então</a:t>
            </a:r>
            <a:r>
              <a:rPr lang="en-US" sz="1400" dirty="0">
                <a:solidFill>
                  <a:schemeClr val="dk1"/>
                </a:solidFill>
                <a:latin typeface="Roboto"/>
                <a:ea typeface="Roboto"/>
              </a:rPr>
              <a:t> </a:t>
            </a:r>
            <a:r>
              <a:rPr lang="en-US" sz="1400" dirty="0" err="1">
                <a:solidFill>
                  <a:schemeClr val="dk1"/>
                </a:solidFill>
                <a:latin typeface="Roboto"/>
                <a:ea typeface="Roboto"/>
              </a:rPr>
              <a:t>convidei</a:t>
            </a:r>
            <a:r>
              <a:rPr lang="en-US" sz="1400" dirty="0">
                <a:solidFill>
                  <a:schemeClr val="dk1"/>
                </a:solidFill>
                <a:latin typeface="Roboto"/>
                <a:ea typeface="Roboto"/>
              </a:rPr>
              <a:t> meu pai para </a:t>
            </a:r>
            <a:r>
              <a:rPr lang="en-US" sz="1400" dirty="0" err="1">
                <a:solidFill>
                  <a:schemeClr val="dk1"/>
                </a:solidFill>
                <a:latin typeface="Roboto"/>
                <a:ea typeface="Roboto"/>
              </a:rPr>
              <a:t>assistirmos</a:t>
            </a:r>
            <a:r>
              <a:rPr lang="en-US" sz="1400" dirty="0">
                <a:solidFill>
                  <a:schemeClr val="dk1"/>
                </a:solidFill>
                <a:latin typeface="Roboto"/>
                <a:ea typeface="Roboto"/>
              </a:rPr>
              <a:t>.</a:t>
            </a:r>
            <a:endParaRPr lang="pt-BR" sz="1400" dirty="0"/>
          </a:p>
        </p:txBody>
      </p:sp>
      <p:sp>
        <p:nvSpPr>
          <p:cNvPr id="60" name="PlaceHolder 2"/>
          <p:cNvSpPr>
            <a:spLocks noGrp="1"/>
          </p:cNvSpPr>
          <p:nvPr>
            <p:ph type="title"/>
          </p:nvPr>
        </p:nvSpPr>
        <p:spPr>
          <a:xfrm flipH="1">
            <a:off x="8062738" y="2054932"/>
            <a:ext cx="629067" cy="1656063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ctr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Oswald"/>
              </a:rPr>
              <a:t>01</a:t>
            </a:r>
            <a:endParaRPr lang="fr-FR" sz="1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61" name="Google Shape;211;p34"/>
          <p:cNvCxnSpPr/>
          <p:nvPr/>
        </p:nvCxnSpPr>
        <p:spPr>
          <a:xfrm>
            <a:off x="298080" y="3806640"/>
            <a:ext cx="74808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62" name="PlaceHolder 3"/>
          <p:cNvSpPr>
            <a:spLocks noGrp="1"/>
          </p:cNvSpPr>
          <p:nvPr>
            <p:ph type="title"/>
          </p:nvPr>
        </p:nvSpPr>
        <p:spPr>
          <a:xfrm>
            <a:off x="38196" y="0"/>
            <a:ext cx="6732854" cy="1049132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ctr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0" u="none" strike="noStrike" dirty="0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Gigantes de </a:t>
            </a:r>
            <a:r>
              <a:rPr lang="en-US" sz="6000" b="0" u="none" strike="noStrike" dirty="0" err="1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Aço</a:t>
            </a:r>
            <a:endParaRPr lang="fr-FR" sz="6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>
            <a:extLst>
              <a:ext uri="{FF2B5EF4-FFF2-40B4-BE49-F238E27FC236}">
                <a16:creationId xmlns:a16="http://schemas.microsoft.com/office/drawing/2014/main" id="{EA94C758-5FAF-69E4-2C7A-B0D656ADF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6562" y="-133488"/>
            <a:ext cx="4142921" cy="674118"/>
          </a:xfrm>
        </p:spPr>
        <p:txBody>
          <a:bodyPr/>
          <a:lstStyle/>
          <a:p>
            <a:br>
              <a:rPr lang="pt-BR" dirty="0"/>
            </a:br>
            <a:endParaRPr lang="pt-BR" dirty="0"/>
          </a:p>
        </p:txBody>
      </p:sp>
      <p:pic>
        <p:nvPicPr>
          <p:cNvPr id="17" name="Imagem 16" descr="Uma imagem contendo capacete, escuro, em pé, gato&#10;&#10;O conteúdo gerado por IA pode estar incorreto.">
            <a:extLst>
              <a:ext uri="{FF2B5EF4-FFF2-40B4-BE49-F238E27FC236}">
                <a16:creationId xmlns:a16="http://schemas.microsoft.com/office/drawing/2014/main" id="{D78BEC2A-E02D-B6AC-FC21-27D6CCCC72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8DDA55E2-FECE-C1F3-8685-401E5D01CA6C}"/>
              </a:ext>
            </a:extLst>
          </p:cNvPr>
          <p:cNvSpPr txBox="1"/>
          <p:nvPr/>
        </p:nvSpPr>
        <p:spPr>
          <a:xfrm>
            <a:off x="667445" y="1728683"/>
            <a:ext cx="13348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SITE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C8931-FBAE-80D8-3308-BA0AB1E3A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847F012B-12DE-73B9-955D-979EB7EEE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025" y="-1"/>
            <a:ext cx="6092106" cy="1288169"/>
          </a:xfrm>
        </p:spPr>
        <p:txBody>
          <a:bodyPr/>
          <a:lstStyle/>
          <a:p>
            <a:r>
              <a:rPr lang="pt-BR" dirty="0"/>
              <a:t>Ferramenta de gestão</a:t>
            </a:r>
          </a:p>
        </p:txBody>
      </p:sp>
      <p:pic>
        <p:nvPicPr>
          <p:cNvPr id="13" name="Imagem 12" descr="Ícone&#10;&#10;O conteúdo gerado por IA pode estar incorreto.">
            <a:extLst>
              <a:ext uri="{FF2B5EF4-FFF2-40B4-BE49-F238E27FC236}">
                <a16:creationId xmlns:a16="http://schemas.microsoft.com/office/drawing/2014/main" id="{6F5FBD8E-0E0D-06F7-8080-CAFD2072FCC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935" y="2002336"/>
            <a:ext cx="2921155" cy="1700847"/>
          </a:xfrm>
          <a:prstGeom prst="rect">
            <a:avLst/>
          </a:prstGeom>
        </p:spPr>
      </p:pic>
      <p:pic>
        <p:nvPicPr>
          <p:cNvPr id="15" name="Imagem 14" descr="Logotipo&#10;&#10;O conteúdo gerado por IA pode estar incorreto.">
            <a:extLst>
              <a:ext uri="{FF2B5EF4-FFF2-40B4-BE49-F238E27FC236}">
                <a16:creationId xmlns:a16="http://schemas.microsoft.com/office/drawing/2014/main" id="{30464BCC-B8AA-1BC6-E057-DCEEB190F8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0421" y="2002336"/>
            <a:ext cx="2990156" cy="1534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704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0" y="805105"/>
            <a:ext cx="6252928" cy="101034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500" b="0" u="none" strike="noStrike" dirty="0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Impacto </a:t>
            </a:r>
            <a:r>
              <a:rPr lang="en-US" sz="5500" b="0" u="none" strike="noStrike" dirty="0" err="1">
                <a:solidFill>
                  <a:schemeClr val="dk1"/>
                </a:solidFill>
                <a:effectLst/>
                <a:uFillTx/>
                <a:latin typeface="Oswald"/>
                <a:ea typeface="Oswald"/>
              </a:rPr>
              <a:t>socioemocional</a:t>
            </a:r>
            <a:endParaRPr lang="fr-FR" sz="55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subTitle"/>
          </p:nvPr>
        </p:nvSpPr>
        <p:spPr>
          <a:xfrm>
            <a:off x="3110295" y="1967877"/>
            <a:ext cx="6033705" cy="267754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600" dirty="0">
                <a:solidFill>
                  <a:srgbClr val="FFFFFF"/>
                </a:solidFill>
                <a:latin typeface="OpenSymbol"/>
              </a:rPr>
              <a:t>Quando </a:t>
            </a:r>
            <a:r>
              <a:rPr lang="en-US" sz="1600" dirty="0" err="1">
                <a:solidFill>
                  <a:srgbClr val="FFFFFF"/>
                </a:solidFill>
                <a:latin typeface="OpenSymbol"/>
              </a:rPr>
              <a:t>eu</a:t>
            </a:r>
            <a:r>
              <a:rPr lang="en-US" sz="1600" dirty="0">
                <a:solidFill>
                  <a:srgbClr val="FFFFFF"/>
                </a:solidFill>
                <a:latin typeface="OpenSymbol"/>
              </a:rPr>
              <a:t> era </a:t>
            </a:r>
            <a:r>
              <a:rPr lang="en-US" sz="1600" dirty="0" err="1">
                <a:solidFill>
                  <a:srgbClr val="FFFFFF"/>
                </a:solidFill>
                <a:latin typeface="OpenSymbol"/>
              </a:rPr>
              <a:t>bem</a:t>
            </a:r>
            <a:r>
              <a:rPr lang="en-US" sz="1600" dirty="0">
                <a:solidFill>
                  <a:srgbClr val="FFFFFF"/>
                </a:solidFill>
                <a:latin typeface="OpenSymbol"/>
              </a:rPr>
              <a:t> novo o </a:t>
            </a:r>
            <a:r>
              <a:rPr lang="en-US" sz="1600" dirty="0" err="1">
                <a:solidFill>
                  <a:srgbClr val="FFFFFF"/>
                </a:solidFill>
                <a:latin typeface="OpenSymbol"/>
              </a:rPr>
              <a:t>filme</a:t>
            </a:r>
            <a:r>
              <a:rPr lang="en-US" sz="1600" dirty="0">
                <a:solidFill>
                  <a:srgbClr val="FFFFFF"/>
                </a:solidFill>
                <a:latin typeface="OpenSymbol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OpenSymbol"/>
              </a:rPr>
              <a:t>entrou</a:t>
            </a:r>
            <a:r>
              <a:rPr lang="en-US" sz="1600" dirty="0">
                <a:solidFill>
                  <a:srgbClr val="FFFFFF"/>
                </a:solidFill>
                <a:latin typeface="OpenSymbol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OpenSymbol"/>
              </a:rPr>
              <a:t>na</a:t>
            </a:r>
            <a:r>
              <a:rPr lang="en-US" sz="1600" dirty="0">
                <a:solidFill>
                  <a:srgbClr val="FFFFFF"/>
                </a:solidFill>
                <a:latin typeface="OpenSymbol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OpenSymbol"/>
              </a:rPr>
              <a:t>minha</a:t>
            </a:r>
            <a:r>
              <a:rPr lang="en-US" sz="1600" dirty="0">
                <a:solidFill>
                  <a:srgbClr val="FFFFFF"/>
                </a:solidFill>
                <a:latin typeface="OpenSymbol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OpenSymbol"/>
              </a:rPr>
              <a:t>vida</a:t>
            </a:r>
            <a:r>
              <a:rPr lang="en-US" sz="1600" dirty="0">
                <a:solidFill>
                  <a:srgbClr val="FFFFFF"/>
                </a:solidFill>
                <a:latin typeface="OpenSymbol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OpenSymbol"/>
              </a:rPr>
              <a:t>através</a:t>
            </a:r>
            <a:r>
              <a:rPr lang="en-US" sz="1600" dirty="0">
                <a:solidFill>
                  <a:srgbClr val="FFFFFF"/>
                </a:solidFill>
                <a:latin typeface="OpenSymbol"/>
              </a:rPr>
              <a:t> de um amigo, </a:t>
            </a:r>
            <a:r>
              <a:rPr lang="en-US" sz="1600" dirty="0" err="1">
                <a:solidFill>
                  <a:srgbClr val="FFFFFF"/>
                </a:solidFill>
                <a:latin typeface="OpenSymbol"/>
              </a:rPr>
              <a:t>além</a:t>
            </a:r>
            <a:r>
              <a:rPr lang="en-US" sz="1600" dirty="0">
                <a:solidFill>
                  <a:srgbClr val="FFFFFF"/>
                </a:solidFill>
                <a:latin typeface="OpenSymbol"/>
              </a:rPr>
              <a:t> do </a:t>
            </a:r>
            <a:r>
              <a:rPr lang="en-US" sz="1600" dirty="0" err="1">
                <a:solidFill>
                  <a:srgbClr val="FFFFFF"/>
                </a:solidFill>
                <a:latin typeface="OpenSymbol"/>
              </a:rPr>
              <a:t>filme</a:t>
            </a:r>
            <a:r>
              <a:rPr lang="en-US" sz="1600" dirty="0">
                <a:solidFill>
                  <a:srgbClr val="FFFFFF"/>
                </a:solidFill>
                <a:latin typeface="OpenSymbol"/>
              </a:rPr>
              <a:t> ser </a:t>
            </a:r>
            <a:r>
              <a:rPr lang="en-US" sz="1600" dirty="0" err="1">
                <a:solidFill>
                  <a:srgbClr val="FFFFFF"/>
                </a:solidFill>
                <a:latin typeface="OpenSymbol"/>
              </a:rPr>
              <a:t>extremamente</a:t>
            </a:r>
            <a:r>
              <a:rPr lang="en-US" sz="1600" dirty="0">
                <a:solidFill>
                  <a:srgbClr val="FFFFFF"/>
                </a:solidFill>
                <a:latin typeface="OpenSymbol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OpenSymbol"/>
              </a:rPr>
              <a:t>cativante</a:t>
            </a:r>
            <a:r>
              <a:rPr lang="en-US" sz="1600" dirty="0">
                <a:solidFill>
                  <a:srgbClr val="FFFFFF"/>
                </a:solidFill>
                <a:latin typeface="OpenSymbol"/>
              </a:rPr>
              <a:t>, a </a:t>
            </a:r>
            <a:r>
              <a:rPr lang="en-US" sz="1600" dirty="0" err="1">
                <a:solidFill>
                  <a:srgbClr val="FFFFFF"/>
                </a:solidFill>
                <a:latin typeface="OpenSymbol"/>
              </a:rPr>
              <a:t>época</a:t>
            </a:r>
            <a:r>
              <a:rPr lang="en-US" sz="1600" dirty="0">
                <a:solidFill>
                  <a:srgbClr val="FFFFFF"/>
                </a:solidFill>
                <a:latin typeface="OpenSymbol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OpenSymbol"/>
              </a:rPr>
              <a:t>em</a:t>
            </a:r>
            <a:r>
              <a:rPr lang="en-US" sz="1600" dirty="0">
                <a:solidFill>
                  <a:srgbClr val="FFFFFF"/>
                </a:solidFill>
                <a:latin typeface="OpenSymbol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OpenSymbol"/>
              </a:rPr>
              <a:t>que</a:t>
            </a:r>
            <a:r>
              <a:rPr lang="en-US" sz="1600" dirty="0">
                <a:solidFill>
                  <a:srgbClr val="FFFFFF"/>
                </a:solidFill>
                <a:latin typeface="OpenSymbol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OpenSymbol"/>
              </a:rPr>
              <a:t>ele</a:t>
            </a:r>
            <a:r>
              <a:rPr lang="en-US" sz="1600" dirty="0">
                <a:solidFill>
                  <a:srgbClr val="FFFFFF"/>
                </a:solidFill>
                <a:latin typeface="OpenSymbol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OpenSymbol"/>
              </a:rPr>
              <a:t>entrou</a:t>
            </a:r>
            <a:r>
              <a:rPr lang="en-US" sz="1600" dirty="0">
                <a:solidFill>
                  <a:srgbClr val="FFFFFF"/>
                </a:solidFill>
                <a:latin typeface="OpenSymbol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OpenSymbol"/>
              </a:rPr>
              <a:t>na</a:t>
            </a:r>
            <a:r>
              <a:rPr lang="en-US" sz="1600" dirty="0">
                <a:solidFill>
                  <a:srgbClr val="FFFFFF"/>
                </a:solidFill>
                <a:latin typeface="OpenSymbol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OpenSymbol"/>
              </a:rPr>
              <a:t>minha</a:t>
            </a:r>
            <a:r>
              <a:rPr lang="en-US" sz="1600" dirty="0">
                <a:solidFill>
                  <a:srgbClr val="FFFFFF"/>
                </a:solidFill>
                <a:latin typeface="OpenSymbol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OpenSymbol"/>
              </a:rPr>
              <a:t>vida</a:t>
            </a:r>
            <a:r>
              <a:rPr lang="en-US" sz="1600" dirty="0">
                <a:solidFill>
                  <a:srgbClr val="FFFFFF"/>
                </a:solidFill>
                <a:latin typeface="OpenSymbol"/>
              </a:rPr>
              <a:t> o </a:t>
            </a:r>
            <a:r>
              <a:rPr lang="en-US" sz="1600" dirty="0" err="1">
                <a:solidFill>
                  <a:srgbClr val="FFFFFF"/>
                </a:solidFill>
                <a:latin typeface="OpenSymbol"/>
              </a:rPr>
              <a:t>tornou</a:t>
            </a:r>
            <a:r>
              <a:rPr lang="en-US" sz="1600" dirty="0">
                <a:solidFill>
                  <a:srgbClr val="FFFFFF"/>
                </a:solidFill>
                <a:latin typeface="OpenSymbol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OpenSymbol"/>
              </a:rPr>
              <a:t>muito</a:t>
            </a:r>
            <a:r>
              <a:rPr lang="en-US" sz="1600" dirty="0">
                <a:solidFill>
                  <a:srgbClr val="FFFFFF"/>
                </a:solidFill>
                <a:latin typeface="OpenSymbol"/>
              </a:rPr>
              <a:t> especial.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600" dirty="0">
              <a:solidFill>
                <a:srgbClr val="FFFFFF"/>
              </a:solidFill>
              <a:latin typeface="OpenSymbo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600" dirty="0">
              <a:solidFill>
                <a:srgbClr val="FFFFFF"/>
              </a:solidFill>
              <a:latin typeface="OpenSymbo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600" dirty="0">
              <a:solidFill>
                <a:srgbClr val="FFFFFF"/>
              </a:solidFill>
              <a:latin typeface="OpenSymbo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600" dirty="0">
              <a:solidFill>
                <a:srgbClr val="FFFFFF"/>
              </a:solidFill>
              <a:latin typeface="OpenSymbo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255297" y="130988"/>
            <a:ext cx="5562360" cy="153686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55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Desafios e Superações</a:t>
            </a:r>
          </a:p>
        </p:txBody>
      </p:sp>
      <p:sp>
        <p:nvSpPr>
          <p:cNvPr id="75" name="PlaceHolder 2"/>
          <p:cNvSpPr>
            <a:spLocks noGrp="1"/>
          </p:cNvSpPr>
          <p:nvPr>
            <p:ph type="subTitle"/>
          </p:nvPr>
        </p:nvSpPr>
        <p:spPr>
          <a:xfrm>
            <a:off x="4171532" y="1041213"/>
            <a:ext cx="4430169" cy="397129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O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OpenSymbol"/>
              </a:rPr>
              <a:t>maior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OpenSymbol"/>
              </a:rPr>
              <a:t>desafio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OpenSymbol"/>
              </a:rPr>
              <a:t>relacionado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OpenSymbol"/>
              </a:rPr>
              <a:t>ao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 meu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OpenSymbol"/>
              </a:rPr>
              <a:t>projeto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OpenSymbol"/>
              </a:rPr>
              <a:t>foi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 a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OpenSymbol"/>
              </a:rPr>
              <a:t>comparação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OpenSymbol"/>
              </a:rPr>
              <a:t>bem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 no </a:t>
            </a:r>
            <a:r>
              <a:rPr lang="en-US" sz="1400" dirty="0" err="1">
                <a:solidFill>
                  <a:srgbClr val="FFFFFF"/>
                </a:solidFill>
                <a:latin typeface="OpenSymbol"/>
              </a:rPr>
              <a:t>início</a:t>
            </a:r>
            <a:r>
              <a:rPr lang="en-US" sz="1400" dirty="0">
                <a:solidFill>
                  <a:srgbClr val="FFFFFF"/>
                </a:solidFill>
                <a:latin typeface="OpenSymbol"/>
              </a:rPr>
              <a:t>, </a:t>
            </a:r>
            <a:r>
              <a:rPr lang="en-US" sz="1400" dirty="0" err="1">
                <a:solidFill>
                  <a:srgbClr val="FFFFFF"/>
                </a:solidFill>
                <a:latin typeface="OpenSymbol"/>
              </a:rPr>
              <a:t>sentir</a:t>
            </a:r>
            <a:r>
              <a:rPr lang="en-US" sz="1400" dirty="0">
                <a:solidFill>
                  <a:srgbClr val="FFFFFF"/>
                </a:solidFill>
                <a:latin typeface="OpenSymbol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OpenSymbol"/>
              </a:rPr>
              <a:t>que</a:t>
            </a:r>
            <a:r>
              <a:rPr lang="en-US" sz="1400" dirty="0">
                <a:solidFill>
                  <a:srgbClr val="FFFFFF"/>
                </a:solidFill>
                <a:latin typeface="OpenSymbol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OpenSymbol"/>
              </a:rPr>
              <a:t>estava</a:t>
            </a:r>
            <a:r>
              <a:rPr lang="en-US" sz="1400" dirty="0">
                <a:solidFill>
                  <a:srgbClr val="FFFFFF"/>
                </a:solidFill>
                <a:latin typeface="OpenSymbol"/>
              </a:rPr>
              <a:t> para </a:t>
            </a:r>
            <a:r>
              <a:rPr lang="en-US" sz="1400" dirty="0" err="1">
                <a:solidFill>
                  <a:srgbClr val="FFFFFF"/>
                </a:solidFill>
                <a:latin typeface="OpenSymbol"/>
              </a:rPr>
              <a:t>trás</a:t>
            </a:r>
            <a:r>
              <a:rPr lang="en-US" sz="1400" dirty="0">
                <a:solidFill>
                  <a:srgbClr val="FFFFFF"/>
                </a:solidFill>
                <a:latin typeface="OpenSymbol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OpenSymbol"/>
              </a:rPr>
              <a:t>em</a:t>
            </a:r>
            <a:r>
              <a:rPr lang="en-US" sz="1400" dirty="0">
                <a:solidFill>
                  <a:srgbClr val="FFFFFF"/>
                </a:solidFill>
                <a:latin typeface="OpenSymbol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OpenSymbol"/>
              </a:rPr>
              <a:t>questão</a:t>
            </a:r>
            <a:r>
              <a:rPr lang="en-US" sz="1400" dirty="0">
                <a:solidFill>
                  <a:srgbClr val="FFFFFF"/>
                </a:solidFill>
                <a:latin typeface="OpenSymbol"/>
              </a:rPr>
              <a:t> de </a:t>
            </a:r>
            <a:r>
              <a:rPr lang="en-US" sz="1400" dirty="0" err="1">
                <a:solidFill>
                  <a:srgbClr val="FFFFFF"/>
                </a:solidFill>
                <a:latin typeface="OpenSymbol"/>
              </a:rPr>
              <a:t>conhecimento</a:t>
            </a:r>
            <a:r>
              <a:rPr lang="en-US" sz="1400" dirty="0">
                <a:solidFill>
                  <a:srgbClr val="FFFFFF"/>
                </a:solidFill>
                <a:latin typeface="OpenSymbol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OpenSymbol"/>
              </a:rPr>
              <a:t>comparado</a:t>
            </a:r>
            <a:r>
              <a:rPr lang="en-US" sz="1400" dirty="0">
                <a:solidFill>
                  <a:srgbClr val="FFFFFF"/>
                </a:solidFill>
                <a:latin typeface="OpenSymbol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OpenSymbol"/>
              </a:rPr>
              <a:t>aos</a:t>
            </a:r>
            <a:r>
              <a:rPr lang="en-US" sz="1400" dirty="0">
                <a:solidFill>
                  <a:srgbClr val="FFFFFF"/>
                </a:solidFill>
                <a:latin typeface="OpenSymbol"/>
              </a:rPr>
              <a:t> meus </a:t>
            </a:r>
            <a:r>
              <a:rPr lang="en-US" sz="1400" dirty="0" err="1">
                <a:solidFill>
                  <a:srgbClr val="FFFFFF"/>
                </a:solidFill>
                <a:latin typeface="OpenSymbol"/>
              </a:rPr>
              <a:t>colegas</a:t>
            </a:r>
            <a:r>
              <a:rPr lang="en-US" sz="1400" dirty="0">
                <a:solidFill>
                  <a:srgbClr val="FFFFFF"/>
                </a:solidFill>
                <a:latin typeface="OpenSymbol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OpenSymbol"/>
              </a:rPr>
              <a:t>foi</a:t>
            </a:r>
            <a:r>
              <a:rPr lang="en-US" sz="1400" dirty="0">
                <a:solidFill>
                  <a:srgbClr val="FFFFFF"/>
                </a:solidFill>
                <a:latin typeface="OpenSymbol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OpenSymbol"/>
              </a:rPr>
              <a:t>frustrante</a:t>
            </a:r>
            <a:r>
              <a:rPr lang="en-US" sz="1400" dirty="0">
                <a:solidFill>
                  <a:srgbClr val="FFFFFF"/>
                </a:solidFill>
                <a:latin typeface="OpenSymbol"/>
              </a:rPr>
              <a:t> no </a:t>
            </a:r>
            <a:r>
              <a:rPr lang="en-US" sz="1400" dirty="0" err="1">
                <a:solidFill>
                  <a:srgbClr val="FFFFFF"/>
                </a:solidFill>
                <a:latin typeface="OpenSymbol"/>
              </a:rPr>
              <a:t>começo</a:t>
            </a:r>
            <a:r>
              <a:rPr lang="en-US" sz="1400" dirty="0">
                <a:solidFill>
                  <a:srgbClr val="FFFFFF"/>
                </a:solidFill>
                <a:latin typeface="OpenSymbol"/>
              </a:rPr>
              <a:t>, </a:t>
            </a:r>
            <a:r>
              <a:rPr lang="en-US" sz="1400" dirty="0" err="1">
                <a:solidFill>
                  <a:srgbClr val="FFFFFF"/>
                </a:solidFill>
                <a:latin typeface="OpenSymbol"/>
              </a:rPr>
              <a:t>senti</a:t>
            </a:r>
            <a:r>
              <a:rPr lang="en-US" sz="1400" dirty="0">
                <a:solidFill>
                  <a:srgbClr val="FFFFFF"/>
                </a:solidFill>
                <a:latin typeface="OpenSymbol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OpenSymbol"/>
              </a:rPr>
              <a:t>que</a:t>
            </a:r>
            <a:r>
              <a:rPr lang="en-US" sz="1400" dirty="0">
                <a:solidFill>
                  <a:srgbClr val="FFFFFF"/>
                </a:solidFill>
                <a:latin typeface="OpenSymbol"/>
              </a:rPr>
              <a:t> meu </a:t>
            </a:r>
            <a:r>
              <a:rPr lang="en-US" sz="1400" dirty="0" err="1">
                <a:solidFill>
                  <a:srgbClr val="FFFFFF"/>
                </a:solidFill>
                <a:latin typeface="OpenSymbol"/>
              </a:rPr>
              <a:t>projeto</a:t>
            </a:r>
            <a:r>
              <a:rPr lang="en-US" sz="1400" dirty="0">
                <a:solidFill>
                  <a:srgbClr val="FFFFFF"/>
                </a:solidFill>
                <a:latin typeface="OpenSymbol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OpenSymbol"/>
              </a:rPr>
              <a:t>não</a:t>
            </a:r>
            <a:r>
              <a:rPr lang="en-US" sz="1400" dirty="0">
                <a:solidFill>
                  <a:srgbClr val="FFFFFF"/>
                </a:solidFill>
                <a:latin typeface="OpenSymbol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OpenSymbol"/>
              </a:rPr>
              <a:t>atenderia</a:t>
            </a:r>
            <a:r>
              <a:rPr lang="en-US" sz="1400" dirty="0">
                <a:solidFill>
                  <a:srgbClr val="FFFFFF"/>
                </a:solidFill>
                <a:latin typeface="OpenSymbol"/>
              </a:rPr>
              <a:t> as </a:t>
            </a:r>
            <a:r>
              <a:rPr lang="en-US" sz="1400" dirty="0" err="1">
                <a:solidFill>
                  <a:srgbClr val="FFFFFF"/>
                </a:solidFill>
                <a:latin typeface="OpenSymbol"/>
              </a:rPr>
              <a:t>expectativas</a:t>
            </a:r>
            <a:r>
              <a:rPr lang="en-US" sz="1400" dirty="0">
                <a:solidFill>
                  <a:srgbClr val="FFFFFF"/>
                </a:solidFill>
                <a:latin typeface="OpenSymbol"/>
              </a:rPr>
              <a:t>.</a:t>
            </a: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dirty="0">
                <a:solidFill>
                  <a:srgbClr val="FFFFFF"/>
                </a:solidFill>
                <a:latin typeface="OpenSymbol"/>
              </a:rPr>
              <a:t>Em </a:t>
            </a:r>
            <a:r>
              <a:rPr lang="en-US" sz="1400" dirty="0" err="1">
                <a:solidFill>
                  <a:srgbClr val="FFFFFF"/>
                </a:solidFill>
                <a:latin typeface="OpenSymbol"/>
              </a:rPr>
              <a:t>contrapartida</a:t>
            </a:r>
            <a:r>
              <a:rPr lang="en-US" sz="1400" dirty="0">
                <a:solidFill>
                  <a:srgbClr val="FFFFFF"/>
                </a:solidFill>
                <a:latin typeface="OpenSymbol"/>
              </a:rPr>
              <a:t>, o tempo me </a:t>
            </a:r>
            <a:r>
              <a:rPr lang="en-US" sz="1400" dirty="0" err="1">
                <a:solidFill>
                  <a:srgbClr val="FFFFFF"/>
                </a:solidFill>
                <a:latin typeface="OpenSymbol"/>
              </a:rPr>
              <a:t>mostrou</a:t>
            </a:r>
            <a:r>
              <a:rPr lang="en-US" sz="1400" dirty="0">
                <a:solidFill>
                  <a:srgbClr val="FFFFFF"/>
                </a:solidFill>
                <a:latin typeface="OpenSymbol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OpenSymbol"/>
              </a:rPr>
              <a:t>totalmente</a:t>
            </a:r>
            <a:r>
              <a:rPr lang="en-US" sz="1400" dirty="0">
                <a:solidFill>
                  <a:srgbClr val="FFFFFF"/>
                </a:solidFill>
                <a:latin typeface="OpenSymbol"/>
              </a:rPr>
              <a:t> o </a:t>
            </a:r>
            <a:r>
              <a:rPr lang="en-US" sz="1400" dirty="0" err="1">
                <a:solidFill>
                  <a:srgbClr val="FFFFFF"/>
                </a:solidFill>
                <a:latin typeface="OpenSymbol"/>
              </a:rPr>
              <a:t>contrário</a:t>
            </a:r>
            <a:r>
              <a:rPr lang="en-US" sz="1400" dirty="0">
                <a:solidFill>
                  <a:srgbClr val="FFFFFF"/>
                </a:solidFill>
                <a:latin typeface="OpenSymbol"/>
              </a:rPr>
              <a:t>, </a:t>
            </a:r>
            <a:r>
              <a:rPr lang="en-US" sz="1400" dirty="0" err="1">
                <a:solidFill>
                  <a:srgbClr val="FFFFFF"/>
                </a:solidFill>
                <a:latin typeface="OpenSymbol"/>
              </a:rPr>
              <a:t>entender</a:t>
            </a:r>
            <a:r>
              <a:rPr lang="en-US" sz="1400" dirty="0">
                <a:solidFill>
                  <a:srgbClr val="FFFFFF"/>
                </a:solidFill>
                <a:latin typeface="OpenSymbol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OpenSymbol"/>
              </a:rPr>
              <a:t>que</a:t>
            </a:r>
            <a:r>
              <a:rPr lang="en-US" sz="1400" dirty="0">
                <a:solidFill>
                  <a:srgbClr val="FFFFFF"/>
                </a:solidFill>
                <a:latin typeface="OpenSymbol"/>
              </a:rPr>
              <a:t> o meu </a:t>
            </a:r>
            <a:r>
              <a:rPr lang="en-US" sz="1400" dirty="0" err="1">
                <a:solidFill>
                  <a:srgbClr val="FFFFFF"/>
                </a:solidFill>
                <a:latin typeface="OpenSymbol"/>
              </a:rPr>
              <a:t>projeto</a:t>
            </a:r>
            <a:r>
              <a:rPr lang="en-US" sz="1400" dirty="0">
                <a:solidFill>
                  <a:srgbClr val="FFFFFF"/>
                </a:solidFill>
                <a:latin typeface="OpenSymbol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OpenSymbol"/>
              </a:rPr>
              <a:t>tinha</a:t>
            </a:r>
            <a:r>
              <a:rPr lang="en-US" sz="1400" dirty="0">
                <a:solidFill>
                  <a:srgbClr val="FFFFFF"/>
                </a:solidFill>
                <a:latin typeface="OpenSymbol"/>
              </a:rPr>
              <a:t> o meu </a:t>
            </a:r>
            <a:r>
              <a:rPr lang="en-US" sz="1400" dirty="0" err="1">
                <a:solidFill>
                  <a:srgbClr val="FFFFFF"/>
                </a:solidFill>
                <a:latin typeface="OpenSymbol"/>
              </a:rPr>
              <a:t>esforço</a:t>
            </a:r>
            <a:r>
              <a:rPr lang="en-US" sz="1400" dirty="0">
                <a:solidFill>
                  <a:srgbClr val="FFFFFF"/>
                </a:solidFill>
                <a:latin typeface="OpenSymbol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OpenSymbol"/>
              </a:rPr>
              <a:t>fazia</a:t>
            </a:r>
            <a:r>
              <a:rPr lang="en-US" sz="1400" dirty="0">
                <a:solidFill>
                  <a:srgbClr val="FFFFFF"/>
                </a:solidFill>
                <a:latin typeface="OpenSymbol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OpenSymbol"/>
              </a:rPr>
              <a:t>valer</a:t>
            </a:r>
            <a:r>
              <a:rPr lang="en-US" sz="1400" dirty="0">
                <a:solidFill>
                  <a:srgbClr val="FFFFFF"/>
                </a:solidFill>
                <a:latin typeface="OpenSymbol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OpenSymbol"/>
              </a:rPr>
              <a:t>cada</a:t>
            </a:r>
            <a:r>
              <a:rPr lang="en-US" sz="1400" dirty="0">
                <a:solidFill>
                  <a:srgbClr val="FFFFFF"/>
                </a:solidFill>
                <a:latin typeface="OpenSymbol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OpenSymbol"/>
              </a:rPr>
              <a:t>segundo</a:t>
            </a:r>
            <a:r>
              <a:rPr lang="en-US" sz="1400" dirty="0">
                <a:solidFill>
                  <a:srgbClr val="FFFFFF"/>
                </a:solidFill>
                <a:latin typeface="OpenSymbol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OpenSymbol"/>
              </a:rPr>
              <a:t>dedicado</a:t>
            </a:r>
            <a:r>
              <a:rPr lang="en-US" sz="1400" dirty="0">
                <a:solidFill>
                  <a:srgbClr val="FFFFFF"/>
                </a:solidFill>
                <a:latin typeface="OpenSymbol"/>
              </a:rPr>
              <a:t>, </a:t>
            </a:r>
            <a:r>
              <a:rPr lang="en-US" sz="1400" dirty="0" err="1">
                <a:solidFill>
                  <a:srgbClr val="FFFFFF"/>
                </a:solidFill>
                <a:latin typeface="OpenSymbol"/>
              </a:rPr>
              <a:t>conseguir</a:t>
            </a:r>
            <a:r>
              <a:rPr lang="en-US" sz="1400" dirty="0">
                <a:solidFill>
                  <a:srgbClr val="FFFFFF"/>
                </a:solidFill>
                <a:latin typeface="OpenSymbol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OpenSymbol"/>
              </a:rPr>
              <a:t>analisar</a:t>
            </a:r>
            <a:r>
              <a:rPr lang="en-US" sz="1400" dirty="0">
                <a:solidFill>
                  <a:srgbClr val="FFFFFF"/>
                </a:solidFill>
                <a:latin typeface="OpenSymbol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OpenSymbol"/>
              </a:rPr>
              <a:t>minha</a:t>
            </a:r>
            <a:r>
              <a:rPr lang="en-US" sz="1400" dirty="0">
                <a:solidFill>
                  <a:srgbClr val="FFFFFF"/>
                </a:solidFill>
                <a:latin typeface="OpenSymbol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OpenSymbol"/>
              </a:rPr>
              <a:t>progressão</a:t>
            </a:r>
            <a:r>
              <a:rPr lang="en-US" sz="1400" dirty="0">
                <a:solidFill>
                  <a:srgbClr val="FFFFFF"/>
                </a:solidFill>
                <a:latin typeface="OpenSymbol"/>
              </a:rPr>
              <a:t> e </a:t>
            </a:r>
            <a:r>
              <a:rPr lang="en-US" sz="1400" dirty="0" err="1">
                <a:solidFill>
                  <a:srgbClr val="FFFFFF"/>
                </a:solidFill>
                <a:latin typeface="OpenSymbol"/>
              </a:rPr>
              <a:t>entender</a:t>
            </a:r>
            <a:r>
              <a:rPr lang="en-US" sz="1400" dirty="0">
                <a:solidFill>
                  <a:srgbClr val="FFFFFF"/>
                </a:solidFill>
                <a:latin typeface="OpenSymbol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OpenSymbol"/>
              </a:rPr>
              <a:t>que</a:t>
            </a:r>
            <a:r>
              <a:rPr lang="en-US" sz="1400" dirty="0">
                <a:solidFill>
                  <a:srgbClr val="FFFFFF"/>
                </a:solidFill>
                <a:latin typeface="OpenSymbol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OpenSymbol"/>
              </a:rPr>
              <a:t>eu</a:t>
            </a:r>
            <a:r>
              <a:rPr lang="en-US" sz="1400" dirty="0">
                <a:solidFill>
                  <a:srgbClr val="FFFFFF"/>
                </a:solidFill>
                <a:latin typeface="OpenSymbol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OpenSymbol"/>
              </a:rPr>
              <a:t>não</a:t>
            </a:r>
            <a:r>
              <a:rPr lang="en-US" sz="1400" dirty="0">
                <a:solidFill>
                  <a:srgbClr val="FFFFFF"/>
                </a:solidFill>
                <a:latin typeface="OpenSymbol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OpenSymbol"/>
              </a:rPr>
              <a:t>tinha</a:t>
            </a:r>
            <a:r>
              <a:rPr lang="en-US" sz="1400" dirty="0">
                <a:solidFill>
                  <a:srgbClr val="FFFFFF"/>
                </a:solidFill>
                <a:latin typeface="OpenSymbol"/>
              </a:rPr>
              <a:t> o </a:t>
            </a:r>
            <a:r>
              <a:rPr lang="en-US" sz="1400" dirty="0" err="1">
                <a:solidFill>
                  <a:srgbClr val="FFFFFF"/>
                </a:solidFill>
                <a:latin typeface="OpenSymbol"/>
              </a:rPr>
              <a:t>porquê</a:t>
            </a:r>
            <a:r>
              <a:rPr lang="en-US" sz="1400" dirty="0">
                <a:solidFill>
                  <a:srgbClr val="FFFFFF"/>
                </a:solidFill>
                <a:latin typeface="OpenSymbol"/>
              </a:rPr>
              <a:t> me comparer </a:t>
            </a:r>
            <a:r>
              <a:rPr lang="en-US" sz="1400" dirty="0" err="1">
                <a:solidFill>
                  <a:srgbClr val="FFFFFF"/>
                </a:solidFill>
                <a:latin typeface="OpenSymbol"/>
              </a:rPr>
              <a:t>foi</a:t>
            </a:r>
            <a:r>
              <a:rPr lang="en-US" sz="1400" dirty="0">
                <a:solidFill>
                  <a:srgbClr val="FFFFFF"/>
                </a:solidFill>
                <a:latin typeface="OpenSymbol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OpenSymbol"/>
              </a:rPr>
              <a:t>muito</a:t>
            </a:r>
            <a:r>
              <a:rPr lang="en-US" sz="1600" dirty="0">
                <a:solidFill>
                  <a:srgbClr val="FFFFFF"/>
                </a:solidFill>
                <a:latin typeface="OpenSymbol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OpenSymbol"/>
              </a:rPr>
              <a:t>motivador</a:t>
            </a:r>
            <a:r>
              <a:rPr lang="en-US" sz="1600" dirty="0">
                <a:solidFill>
                  <a:srgbClr val="FFFFFF"/>
                </a:solidFill>
                <a:latin typeface="OpenSymbol"/>
              </a:rPr>
              <a:t> para o meu </a:t>
            </a:r>
            <a:r>
              <a:rPr lang="en-US" sz="1600" dirty="0" err="1">
                <a:solidFill>
                  <a:srgbClr val="FFFFFF"/>
                </a:solidFill>
                <a:latin typeface="OpenSymbol"/>
              </a:rPr>
              <a:t>projeto</a:t>
            </a:r>
            <a:r>
              <a:rPr lang="en-US" sz="1600" dirty="0">
                <a:solidFill>
                  <a:srgbClr val="FFFFFF"/>
                </a:solidFill>
                <a:latin typeface="OpenSymbol"/>
              </a:rPr>
              <a:t>.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5" name="Imagem 4" descr="Ícone&#10;&#10;O conteúdo gerado por IA pode estar incorreto.">
            <a:extLst>
              <a:ext uri="{FF2B5EF4-FFF2-40B4-BE49-F238E27FC236}">
                <a16:creationId xmlns:a16="http://schemas.microsoft.com/office/drawing/2014/main" id="{D307CC51-9EF9-6BC6-62E2-A09DA40D3A1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04438"/>
            <a:ext cx="2017770" cy="133906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40531-F5AA-B57F-C0A0-0290FFFD4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FBDE8BDB-48E0-B50F-2E68-E402E9F61763}"/>
              </a:ext>
            </a:extLst>
          </p:cNvPr>
          <p:cNvSpPr txBox="1"/>
          <p:nvPr/>
        </p:nvSpPr>
        <p:spPr>
          <a:xfrm>
            <a:off x="3395627" y="1747588"/>
            <a:ext cx="2352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4000" dirty="0">
                <a:solidFill>
                  <a:schemeClr val="dk1"/>
                </a:solidFill>
                <a:latin typeface="Oswald"/>
              </a:rPr>
              <a:t>OBRIGADO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2433147191"/>
      </p:ext>
    </p:extLst>
  </p:cSld>
  <p:clrMapOvr>
    <a:masterClrMapping/>
  </p:clrMapOvr>
</p:sld>
</file>

<file path=ppt/theme/theme1.xml><?xml version="1.0" encoding="utf-8"?>
<a:theme xmlns:a="http://schemas.openxmlformats.org/drawingml/2006/main" name="Horror Movie by Slidesgo">
  <a:themeElements>
    <a:clrScheme name="Simple Light">
      <a:dk1>
        <a:srgbClr val="FFFFFF"/>
      </a:dk1>
      <a:lt1>
        <a:srgbClr val="1B1B1B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184</TotalTime>
  <Words>402</Words>
  <Application>Microsoft Office PowerPoint</Application>
  <PresentationFormat>Apresentação na tela (16:9)</PresentationFormat>
  <Paragraphs>22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3</vt:i4>
      </vt:variant>
      <vt:variant>
        <vt:lpstr>Títulos de slides</vt:lpstr>
      </vt:variant>
      <vt:variant>
        <vt:i4>9</vt:i4>
      </vt:variant>
    </vt:vector>
  </HeadingPairs>
  <TitlesOfParts>
    <vt:vector size="19" baseType="lpstr">
      <vt:lpstr>Arial</vt:lpstr>
      <vt:lpstr>Calibri</vt:lpstr>
      <vt:lpstr>OpenSymbol</vt:lpstr>
      <vt:lpstr>Oswald</vt:lpstr>
      <vt:lpstr>Roboto</vt:lpstr>
      <vt:lpstr>Symbol</vt:lpstr>
      <vt:lpstr>Wingdings</vt:lpstr>
      <vt:lpstr>Horror Movie by Slidesgo</vt:lpstr>
      <vt:lpstr>Slidesgo Final Pages</vt:lpstr>
      <vt:lpstr>Slidesgo Final Pages</vt:lpstr>
      <vt:lpstr>Gigantes de Aço</vt:lpstr>
      <vt:lpstr>Contexto do filme</vt:lpstr>
      <vt:lpstr>Sobre mim</vt:lpstr>
      <vt:lpstr>01</vt:lpstr>
      <vt:lpstr> </vt:lpstr>
      <vt:lpstr>Ferramenta de gestão</vt:lpstr>
      <vt:lpstr>Impacto socioemocional</vt:lpstr>
      <vt:lpstr>Desafios e Superações</vt:lpstr>
      <vt:lpstr>Apresentação do PowerPoint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Star</dc:creator>
  <cp:lastModifiedBy>PAULO HENRIQUE BAMBINO .</cp:lastModifiedBy>
  <cp:revision>1</cp:revision>
  <dcterms:modified xsi:type="dcterms:W3CDTF">2025-11-26T05:15:51Z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2025-11-26T02:13:02Z</dcterms:created>
  <dc:creator>Unknown Creator</dc:creator>
  <dc:description/>
  <dc:language>en-US</dc:language>
  <cp:lastModifiedBy>Unknown Creator</cp:lastModifiedBy>
  <dcterms:modified xsi:type="dcterms:W3CDTF">2025-11-26T02:13:02Z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